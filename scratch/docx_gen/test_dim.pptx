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1F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Test 13.33 x 7.5 Layout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2026-08-26T15:53:24Z</dcterms:created>
  <dcterms:modified xsi:type="dcterms:W3CDTF">2026-08-26T15:53:24Z</dcterms:modified>
</cp:coreProperties>
</file>