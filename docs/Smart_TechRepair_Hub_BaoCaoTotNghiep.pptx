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16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04" y="0"/>
            <a:ext cx="12188952" cy="68580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ĐẠI HỌC LẠC HỒNG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KHOA CÔNG NGHỆ THÔNG TIN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10360152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4682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9943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VÀ ĐIỀU HÀNH TRUNG TÂM SỬA CHỮA THIẾT BỊ CÔNG NGHỆ THÔNG MINH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(SMART TECHREPAIR HUB)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thực hiện: ……………………………………</a:t>
            </a: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dẫn: </a:t>
            </a: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ThS. NGUYỄN MINH PHÚC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TP. ĐỒNG NAI 09 - NĂM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NỘI DUNG TRÌNH BÀY (AGENDA)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822960" cy="82296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8308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 &amp; Mục tiêu nghiên cứu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783080" y="15544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 ngành sửa chữa &amp; 4 mục tiêu cốt lõi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1234440"/>
            <a:ext cx="822960" cy="82296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&amp; Công nghệ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60920" y="15544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Architecture, NestJS, SQL Server &amp; Next.js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2926080"/>
            <a:ext cx="822960" cy="82296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8308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&amp; Thiết kế Hệ thống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783080" y="3246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Use Case, ERD 9 bảng &amp; Chuẩn hóa 3NF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606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55080" y="2926080"/>
            <a:ext cx="822960" cy="82296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6092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Triển khai Chức năng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60920" y="3246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Intake, Customer Portal, Kho Serial &amp; Analytics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7240" y="4617720"/>
            <a:ext cx="822960" cy="82296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617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78308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Hệ thống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783080" y="4937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22 Testcases nghiệp vụ trọng yếu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42976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5080" y="4617720"/>
            <a:ext cx="822960" cy="822960"/>
          </a:xfrm>
          <a:prstGeom prst="ellipse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4617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36092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&amp; Hướng phát triển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60920" y="4937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Ưu/Nhược điểm &amp; Roadmap tích hợp AI/IoT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MỤC TIÊU &amp; PHẠM VI NGHIÊN CỨU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5303520" cy="5120640"/>
          </a:xfrm>
          <a:prstGeom prst="roundRect">
            <a:avLst/>
          </a:prstGeom>
          <a:solidFill>
            <a:srgbClr val="FFF5F5"/>
          </a:solidFill>
          <a:ln w="1524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 &amp; BẤT CẬP HIỆN NAY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Quản lý thủ công &amp; Thiếu minh bạch:
</a:t>
            </a: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Ghi sổ tay, thiếu kênh tra cứu khiến khách hàng lo lắng bị tráo đổi linh kiện.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Thất thoát kho linh kiện:
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Không quản lý chính xác từng Serial/IMEI, gây tổn thất tài chính và tồn kho ảo.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Thiếu đo lường KPI &amp; Báo cáo:
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Quản lý không nắm được doanh thu realtime và năng suất làm việc của KTV.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5394960" cy="512064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MỤC TIÊU CỐT LÕI CỦA DỰ ÁN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417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Minh bạch với Khách hàng (Customer Portal): Tra cứu realtime qua SĐT + Tracking Code, xem ảnh ngoại quan &amp; duyệt báo giá 1-click.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Quản lý Kho chặt chẽ: Kiểm soát chính xác linh kiện theo mã Serial/IMEI duy nhất.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3703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Tự động hóa Thông báo: Gửi SMS/Email tự động theo từng bước chuyển trạng thái đơn.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846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Phân tích &amp; Thống kê Quản trị: Dashboard báo cáo doanh thu &amp; xếp hạng năng suất KTV.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PHƯƠNG PHÁP THỰC HIỆN &amp; CÔNG NGHỆ SỬ DỤNG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3474720" cy="5120640"/>
          </a:xfrm>
          <a:prstGeom prst="roundRect">
            <a:avLst/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DỰ ÁN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/ SCRUM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31089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Sprint 1-2 tuần: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tăng trưởng các User Stories có độ ưu tiên cao.
</a:t>
            </a: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Backlog: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use cases tiếp nhận, kho, báo giá, báo cáo.
</a:t>
            </a: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CI/CD &amp; Testing: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tục tích hợp và kiểm thử tự động.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868680"/>
            <a:ext cx="3474720" cy="5120640"/>
          </a:xfrm>
          <a:prstGeom prst="roundRect">
            <a:avLst/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43984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MÃ NGUỒN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35424" y="1508760"/>
            <a:ext cx="31089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 Core: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thuần TypeScript (User, Order, Part, Quote).
</a:t>
            </a: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Cases: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xử lý độc lập với DB và Framework.
</a:t>
            </a: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TypeORM, Controllers, Mailer Gateway.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65592" y="868680"/>
            <a:ext cx="3474720" cy="5120640"/>
          </a:xfrm>
          <a:prstGeom prst="roundRect">
            <a:avLst/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57032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CHỌN LỌC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48472" y="1508760"/>
            <a:ext cx="31089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NestJS Framework
</a:t>
            </a: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ORM &amp; DB: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 + SQL Server 2019 (Triggers, SPs)
</a:t>
            </a: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Router, React, Tailwind CSS
</a:t>
            </a: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Deployment:
</a:t>
            </a: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Containers, Nginx Proxy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 THỰC HIỆN - MÔ HÌNH USE CASE HỆ THỐNG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TÁC NHÂN HỆ THỐNG (ACTORS)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5303520" cy="4846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Nhiệm vụ chính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trị hệ thống, xem báo cáo doanh thu, đánh giá năng suất KTV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Technician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Tiếp nhận thiết bị, chụp ảnh ngoại quan, tạo đơn, báo giá, xuất kho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 cứu progress realtime qua SĐT + Tracking Code, duyệt/từ chối báo giá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Tự động gửi SMS/Email, sinh TrackingCode duy nhất, cảnh báo tồn kho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822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PHÂN HỆ USE CASE CỐT LÕI (8 CORE USE CASES)</a:t>
            </a:r>
            <a:endParaRPr lang="en-US" sz="11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43000"/>
          <a:ext cx="5394960" cy="4846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tả chi tiết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UC01 - Login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Đăng nhập JWT, băm bcrypt, phân quyền RBAC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UC02 - Create Order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Tiếp nhận, upload ảnh ngoại quan, sinh mã TRK-YYYYMMDD-XXXX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UC03 - Manage Parts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linh kiện tồn kho theo từng Serial/IMEI duy nhất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UC04 - Trace Quote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Khách tra cứu public, duyệt/từ chối báo giá 1-click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UC05 - Notification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Bắn SMS/Email tự động khi tạo đơn / có báo giá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UC06 - Revenue Report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Báo cáo tổng doanh thu linh kiện &amp; tiền công theo giai đoạn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UC07 - Tech Productivity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 số đơn hoàn thành &amp; thời gian xử lý của KTV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 THỰC HIỆN - MÔ HÌNH CSDL (ERD &amp; 3NF)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CSDL QUAN HỆ (9 THỰC THỂ NÒNG CỐT)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152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Users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(PK), Username, Email, PasswordHash, Role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1152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Customers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3716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CustomerId (PK), FullName, Phone (Unique), Email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38160" y="109728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1152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Devices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13716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DeviceId (PK), CustomerId (FK), DeviceType, Brand, SerialIMEI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14884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2037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ServiceOrders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42316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OrderId (PK), TrackingCode (Unique), Status, IssueDesc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214884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34840" y="22037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DevicePhotos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242316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PhotoId (PK), OrderId (FK), PhotoUrl, PhotoType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38160" y="214884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0" y="22037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Categories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242316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CategoryId (PK), Name (Unique), Description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20040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2552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Parts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4747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 (PK), CategoryId (FK), SerialIMEI (Unique), Status, Price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43400" y="320040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32552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Quotes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34840" y="34747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QuoteId (PK), OrderId (FK), TotalLaborCost, TotalPartsCost, Status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38160" y="3200400"/>
            <a:ext cx="3566160" cy="960120"/>
          </a:xfrm>
          <a:prstGeom prst="roundRect">
            <a:avLst/>
          </a:prstGeom>
          <a:solidFill>
            <a:srgbClr val="EBF1F5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32552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OrderParts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347472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(PK), OrderId (FK), PartId (FK), Quantity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4389120"/>
            <a:ext cx="11091672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4434840"/>
            <a:ext cx="10698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Chuẩn hóa CSDL Dạng chuẩn 3 (3NF):
</a:t>
            </a: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1NF: Tất cả thuộc tính mang giá trị đơn atomic. 2NF: Khóa chính surrogate GUID loại bỏ phụ thuộc hàm một phần.
• 3NF: Loại bỏ phụ thuộc hàm bắc cầu giữa các thuộc tính không khóa.
</a:t>
            </a: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Trigger &amp; Stored Procedures:
</a:t>
            </a: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INSTEAD OF INSERT Trigger trg_GenerateTrackingCode_v2 sinh mã TRK-YYYYMMDD-XXXX ngẫu nhiên duy nhất.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 THỰC HIỆN - CÁC CHỨC NĂNG CHÍNH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960120"/>
            <a:ext cx="5394960" cy="384048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005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Phân hệ Tiếp nhận &amp; Cấp mã Tracking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Tự động nhận diện khách hàng cũ/mới theo SĐT.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Bắt buộc đính kèm ảnh ngoại quan thực tế.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Cấp mã định danh tra cứu độc nhất TRK-YYYYMMDD-XXXX.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5394960" cy="384048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005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Cổng tra cứu Khách hàng (Customer Portal)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41732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 cứu không cần mật khẩu qua SĐT + Tracking Code.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Hiển thị tiến độ, ảnh ngoại quan &amp; bảng giá chi tiết.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Nút duyệt / từ chối báo giá 1-click trực tuyến.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394960" cy="384048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Phân hệ Quản lý Kho Serial/IMEI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Nhập kho linh kiện theo số Serial/IMEI duy nhất.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Tự động trừ kho chính xác khi gắn vào đơn sửa chữa.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Cảnh báo tồn kho tối thiểu cho quản lý.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39496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394960" cy="384048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Báo cáo Doanh thu &amp; Năng suất KTV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97764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Báo cáo tổng doanh thu linh kiện &amp; phí dịch vụ realtime.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Thống kê chi tiết số đơn hoàn thành của từng KTV.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Đo lường thời gian xử lý trung bình mỗi đơn.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KIỂM THỬ HỆ THỐNG (SYSTEM TESTING)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THỰC THI 22 TESTCASES NGHIỆP VỤ TRỌNG YẾU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4937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3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 Test Case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Phân hệ kiểm thử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Kịch bản &amp; Dữ liệu kiểm thử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TC-AUTH-01/02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JWT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Đăng nhập đúng/sai credentials, băm bcrypt, phân quyền RBAC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TC-INTK-01..04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Order Intake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Tạo đơn mới với SĐT cũ/mới, bắt buộc ảnh ngoại quan, validate SĐT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TC-PART-01..03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Inventory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Thêm mới linh kiện theo Serial/IMEI, validate trùng lặp, đổi 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TC-QUOT-01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 Creation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Tạo báo giá tiền linh kiện + tiền công dịch vụ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TC-PORT-01..04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Portal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 cứu bằng TrackingCode + SĐT, duyệt / từ chối báo giá 1-click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TC-NOTI-01/02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Notification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Tự động gửi SMS/Email, retry khi gateway gián đoạn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TC-REPT-01/02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Báo cáo doanh thu khoảng thời gian, validate FromDate &lt;= ToDate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TC-PROD-01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Productivity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Thống kê số đơn hoàn thành &amp; thời gian trung bình của KTV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TC-SECU/PERF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Load Test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Chống truy cập không Token JWT, tải đồng thời 100 VUs (p95 &lt; 180ms)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ĐÁNH GIÁ KẾT QUẢ ĐẠT ĐƯỢC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5303520" cy="5120640"/>
          </a:xfrm>
          <a:prstGeom prst="roundRect">
            <a:avLst/>
          </a:prstGeom>
          <a:solidFill>
            <a:srgbClr val="F0FFF4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 NỔI BẬT CỦA HỆ THỐNG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Đáp ứng 100% mục tiêu ban đầu:
</a:t>
            </a: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Hoàn thiện toàn bộ các phân hệ từ tiếp nhận, quản lý kho, báo giá đến analytics.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Minh bạch tối đa với khách hàng:
</a:t>
            </a: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Cổng tra cứu không cần tài khoản, duyệt báo giá trực tuyến loại bỏ tâm lý nghi ngờ.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Kiến trúc Clean Architecture bài bản:
</a:t>
            </a: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Mã nguồn tổ chức lớp rõ ràng, bảo mật cao và dễ bảo trì mở rộng.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Giao diện Web Responsive hiện đại:
</a:t>
            </a: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Tương thích mượt mà trên cả Desktop, Tablet và Mobile.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5394960" cy="5120640"/>
          </a:xfrm>
          <a:prstGeom prst="roundRect">
            <a:avLst/>
          </a:prstGeom>
          <a:solidFill>
            <a:srgbClr val="FFF5F5"/>
          </a:solidFill>
          <a:ln w="1524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CẦN CẢI THIỆN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Chưa hỗ trợ thiết bị chẩn đoán phần cứng tự động:
</a:t>
            </a: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Kỹ thuật viên vẫn phải chẩn đoán và nhập mô tả lỗi thủ công.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Chưa tích hợp thanh toán trực tuyến:
</a:t>
            </a: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Chi phí sửa chữa hiện vẫn phụ thuộc vào tiền mặt/chuyển khoản tại cửa hàng.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4526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Chưa có ứng dụng di động Native:
</a:t>
            </a: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Hiện tại hệ thống mới hỗ trợ phiên bản Web App (Responsive).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TỐT NGHIỆP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HƯỚNG PHÁT TRIỂN TƯƠNG LAI &amp; KẾT LUẬN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&amp; Điều hành Trung tâm Sửa chữa Smart TechRepair Hub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3566160" cy="2286000"/>
          </a:xfrm>
          <a:prstGeom prst="roundRect">
            <a:avLst/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AI Chẩn đoán lỗi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AI phân tích hình ảnh bo mạch/màn hình hỏng, gợi ý nguyên nhân và linh kiện thay thế.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868680"/>
            <a:ext cx="3566160" cy="2286000"/>
          </a:xfrm>
          <a:prstGeom prst="roundRect">
            <a:avLst/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Thanh toán &amp; Hóa đơn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6280" y="13716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VNPay, ZaloPay, MoMo và xuất hóa đơn điện tử tự động (MISA/meInvoice).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868680"/>
            <a:ext cx="3566160" cy="2286000"/>
          </a:xfrm>
          <a:prstGeom prst="roundRect">
            <a:avLst/>
          </a:prstGeom>
          <a:solidFill>
            <a:srgbClr val="EBF1F5"/>
          </a:solidFill>
          <a:ln w="1524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005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App cho KTV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13716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Mobile App (React Native) tích hợp quét mã vạch IMEI siêu tốc &amp; Push Notifications.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91672" cy="265176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&amp; CẢM ƠN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Smart TechRepair Hub sẵn sàng để đưa vào vận hành thực tế tại các trung tâm sửa chữa.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xin chân thành cảm ơn Hội đồng và các Thầy Cô giáo đã lắng nghe!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 - HỘI ĐỒNG XIN CHO Ý KIẾN ĐÓNG GÓP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1976</Words>
  <Application>Microsoft Office PowerPoint</Application>
  <PresentationFormat>Custom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Minh Phuc</cp:lastModifiedBy>
  <cp:revision>2</cp:revision>
  <dcterms:created xsi:type="dcterms:W3CDTF">2026-08-26T15:54:01Z</dcterms:created>
  <dcterms:modified xsi:type="dcterms:W3CDTF">2026-08-26T16:00:24Z</dcterms:modified>
</cp:coreProperties>
</file>